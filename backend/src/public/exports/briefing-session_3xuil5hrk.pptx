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EU AI Act Compliance Briefing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Multi-Agent Pipeline Audit Outcomes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Score: 10/100 | Status: ACTION REQUIRED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</a:rPr>
              <a:t>Assessed on: 23/05/2026 | Session: session_3xuil5hrk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1. Extracted Use-Case Facts (Source: Input Parser)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Purpose: Unknown purpose.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Sector: General AI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Targeted End-Users: N/A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Affected Persons: N/A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Deployment Context: N/A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Human Oversight Claims: N/A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2. EU AI Act Classification &amp; Citations (Source: Decision Tree)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Preliminary Assessment Outcomes: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C2C"/>
                </a:solidFill>
              </a:rPr>
              <a:t>Unclassified / Out of Scope (Article 2)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</a:rPr>
              <a:t>Active Flowchart Branch Citations: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Article 2 (Scope &amp; Exclusions check - Determines if the system's deployment affects the EU market)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Chapter IX (Post-Market Surveillance - Conformance framework for monitoring, info sharing, and market oversight)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Article 99 (General Penalties and Fines framework - Outlines overall administrative enforcement)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EU Legal Supremacy Disclaimer (The AI Act operates alongside, and does not replace, other sectoral EU laws)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3. Deduced Governance Observations (Source: Judge of Governance)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Human Oversight Framework: OMITTED/GAPS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Technical Documentation: Default document assessment notes.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Transparency &amp; Disclosures: OMITTED/GAPS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Lifecycle Logging &amp; Traceability: OMITTED/GAPS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Continuous Monitoring: OMITTED/GAPS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Accountability structure: OMITTED/GAPS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4. Confidence Boundaries &amp; Auditing Queries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3030"/>
                </a:solidFill>
              </a:rPr>
              <a:t>Audit Findings: Identified 7 Assessment Gaps &amp; 7 Compliance Assumptions.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</a:rPr>
              <a:t>Expert Regulatory Auditing Inquiries: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1. **How will the system dynamically identify, version, and log model performance and telemetry deviations when underlying neural network weights or system prompts are updated?**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2. **What rigorous, quantitative verification benchmarks (e.g., safety, accuracy, robust adversarial testing) will be used to certify the security posture of this AI deployment before launching in live production contexts?**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2026-05-23T04:27:06Z</dcterms:created>
  <dcterms:modified xsi:type="dcterms:W3CDTF">2026-05-23T04:27:06Z</dcterms:modified>
</cp:coreProperties>
</file>