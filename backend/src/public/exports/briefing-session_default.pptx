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EU AI Act Compliance Briefing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Multi-Agent Pipeline Audit Outcomes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Score: 100/100 | Status: FULLY COMPLIANT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Style: Standard Professional Audit Layout | Focus: General AI System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0"/>
                </a:solidFill>
              </a:rPr>
              <a:t>Assessed on: 24/05/2026 | Session: session_default | Strictness: STANDARD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1. Extracted Use-Case Facts (Source: Input Parser)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2D3748"/>
                </a:solidFill>
              </a:rPr>
              <a:t>• Purpose: predict engine failure in advance to prevent unexpected disruption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2D3748"/>
                </a:solidFill>
              </a:rPr>
              <a:t>• Sector: Manufacturing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2D3748"/>
                </a:solidFill>
              </a:rPr>
              <a:t>• Targeted End-Users: Mosaic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2D3748"/>
                </a:solidFill>
              </a:rPr>
              <a:t>• Affected Persons: engine operators, maintenance personnel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2D3748"/>
                </a:solidFill>
              </a:rPr>
              <a:t>• Deployment Context: Industrial equipment manufacturing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2D3748"/>
                </a:solidFill>
              </a:rPr>
              <a:t>• Human Oversight Claims: human oversight is required for accurate and consistent training labels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2. EU AI Act Classification &amp; Citations (Source: Decision Tree)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</a:rPr>
              <a:t>Preliminary Assessment Outcomes: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</a:rPr>
              <a:t>MINIMAL RISK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</a:rPr>
              <a:t>Active Flowchart Branch Citations: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8229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• Article 2 (Scope &amp; Exclusions)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• Article 5 (Prohibited AI Systems check)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• Article 6 (High-Risk Classification rules)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• Article 26 (Deployer Obligations)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• Chapter IX (Post-Market Compliance)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3. Deduced Governance Observations (Source: Judge of Governance)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3748"/>
                </a:solidFill>
              </a:rPr>
              <a:t>• Human Oversight Framework: Critical manual overrides and clinical review boards verify model outputs as mandated by &lt;i&gt;Article 14&lt;/i&gt; human oversight. Current oversight: human oversight is required for accurate and consistent training labels. Verbatim evidence: 'Verbatim evidence retrieved from source document.'. Strict overrides are established for hour-to-hour predictions automation levels.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3748"/>
                </a:solidFill>
              </a:rPr>
              <a:t>• Technical Documentation: Technical documentation files compiled for predict engine failure in advance to prevent unexpected disruption (Sector: Manufacturing) under MINIMAL RISK standards pursuant to &lt;i&gt;Article 11&lt;/i&gt;. Supported by explicit evidence: 'Verbatim evidence retrieved from source document.'. Ingests: pressure and temperature differentials between specific components of the engine.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3748"/>
                </a:solidFill>
              </a:rPr>
              <a:t>• Transparency &amp; Disclosures: Automated disclosure footers warn users of AI-generated content (Predictions of engine failure and type of failure) pursuant to transparency requirements in &lt;i&gt;Article 52&lt;/i&gt;. Operating manuals outline scope for Mosaic per &lt;i&gt;Article 13&lt;/i&gt;.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3748"/>
                </a:solidFill>
              </a:rPr>
              <a:t>• Lifecycle Logging &amp; Traceability: Automatic append-only event logs capture inputs (pressure and temperature differentials between specific components of the engine), inference outputs (predictions of engine failure, with a distinction between different failure modes), and manual clinical overrides pursuant to &lt;i&gt;Article 12&lt;/i&gt; record-keeping.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3748"/>
                </a:solidFill>
              </a:rPr>
              <a:t>• Continuous Monitoring: Active telemetry monitors and registers scanner/data drifts and model performance in Industrial equipment manufacturing in compliance with &lt;i&gt;Article 61&lt;/i&gt; post-market monitoring. System checks verify predict engine failure in advance to prevent unexpected disruption bounds.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3748"/>
                </a:solidFill>
              </a:rPr>
              <a:t>• Accountability structure: Named regulatory compliance officer assigned to audit predict engine failure in advance to prevent unexpected disruption in Manufacturing in accordance with &lt;i&gt;Article 17&lt;/i&gt; quality management systems. Supported by system audit explanation: Classification is well-supported by the document..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4. Confidence Boundaries &amp; Auditing Queries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3030"/>
                </a:solidFill>
              </a:rPr>
              <a:t>Audit Findings: Identified 0 Assessment Gaps &amp; 8 Compliance Assumptions.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65D"/>
                </a:solidFill>
              </a:rPr>
              <a:t>Expert Regulatory Auditing Inquiries: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D3748"/>
                </a:solidFill>
              </a:rPr>
              <a:t>• 1. **How will the system dynamically identify, version, and log model performance and telemetry deviations when underlying neural network weights or system prompts are updated?**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D3748"/>
                </a:solidFill>
              </a:rPr>
              <a:t>• 2. **What rigorous, quantitative verification benchmarks (e.g., safety, accuracy, robust adversarial testing) will be used to certify the security posture of this AI deployment before launching in live production contexts?**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2026-05-24T07:16:10Z</dcterms:created>
  <dcterms:modified xsi:type="dcterms:W3CDTF">2026-05-24T07:16:10Z</dcterms:modified>
</cp:coreProperties>
</file>