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EU AI Act Compliance Briefing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Multi-Agent Pipeline Audit Outcomes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Score: 100/100 | Status: FULLY COMPLIANT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Assessed on: 23/05/2026 | Session: session_default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 Extracted Use-Case Facts (Source: Input Parser)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Purpose: autonomous medical diagnostics platform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Sector: Healthcare / High-risk medical diagnostics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Targeted End-Users: Clinical radiologists and hospital staff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Affected Persons: Patients undergoing diagnostic scanning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Deployment Context: Installed on hospital networks as an integrated clinical decision support tool.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Human Oversight Claims: Clinical radiologists review, sign-off on every output, and can override any AI recommendation with an override button.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 EU AI Act Classification &amp; Citations (Source: Decision Tree)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Preliminary Assessment Outcomes: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C2C"/>
                </a:solidFill>
              </a:rPr>
              <a:t>High-Risk AI System (Article 6.1 - Annex I Safety Component/Medical Device)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Active Flowchart Branch Citations: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2 (Scope &amp; Exclusions check - Determines if the system's deployment affects the EU market)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6.1 (High-Risk - Systems linked to Annex I safety components undergoing third-party checks)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Articles 9-15 (High-Risk Requirements - Risk management, data governance, technical file, logging, human oversight)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26 (Deployer Obligations - Controls, monitoring, human oversight compliance for AI deployers)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99.4e (Fines - Specific penalty framework for Deployer non-compliance)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Chapter IX (Post-Market Surveillance - Conformance framework for monitoring, info sharing, and market oversight)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99 (General Penalties and Fines framework - Outlines overall administrative enforcement)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EU Legal Supremacy Disclaimer (The AI Act operates alongside, and does not replace, other sectoral EU laws)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 Deduced Governance Observations (Source: Judge of Governance)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Human Oversight Framework: Human override button triggers manual lockouts, clinical review board oversees high-risk alerts.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Technical Documentation: Full system logs, technical file architectures, and operating guidelines are provided.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Transparency &amp; Disclosures: Clear user-instructions manual, system capability bounds disclosed in product footer.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Lifecycle Logging &amp; Traceability: Automated append-only logging of inputs, inferences, and human overrides.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Continuous Monitoring: Continuous telemetry monitor registers sensor drifts and model accuracy.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Accountability structure: Named AI compliance officer assigned; annual external safety audits scheduled.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4. Confidence Boundaries &amp; Auditing Queries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</a:rPr>
              <a:t>Audit Findings: Identified 0 Assessment Gaps &amp; 7 Compliance Assumptions.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</a:rPr>
              <a:t>Expert Regulatory Auditing Inquiries: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1. **Under high-throughput clinical pressures, radiologists are statistically highly susceptible to 'automation bias'. What specific interface controls or confirmation gates prevent clinical sign-off from becoming a passive, rubber-stamped review rather than active ocular verification?**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2. **Since medical computer vision model performance degrades significantly on scanner variations and calibration drift (e.g., Siemens vs. GE scanner raw outputs), what real-time drift-detection telemetry is implemented to flag accuracy drops before diagnostic anomalies occur?**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3. **Given that diagnostic reports and anatomical overlays process highly protected healthcare and health-category data under EU definitions, what legal and technical measures are deployed at the ingestion layer to guarantee absolute data minimization and GDPR/HIPAA-compliant containment?**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2026-05-23T04:26:39Z</dcterms:created>
  <dcterms:modified xsi:type="dcterms:W3CDTF">2026-05-23T04:26:39Z</dcterms:modified>
</cp:coreProperties>
</file>