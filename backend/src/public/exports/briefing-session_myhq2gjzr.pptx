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10/100 | Status: ACTION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session_myhq2gjzr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Unknown purpose.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General AI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N/A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Unclassified / Out of Scope (Article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Default document assessment notes.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OMITTED/GAPS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7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**How will the system dynamically identify, version, and log model performance and telemetry deviations when underlying neural network weights or system prompts are updated?**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**What rigorous, quantitative verification benchmarks (e.g., safety, accuracy, robust adversarial testing) will be used to certify the security posture of this AI deployment before launching in live production contexts?**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2026-05-23T04:00:29Z</dcterms:created>
  <dcterms:modified xsi:type="dcterms:W3CDTF">2026-05-23T04:00:29Z</dcterms:modified>
</cp:coreProperties>
</file>